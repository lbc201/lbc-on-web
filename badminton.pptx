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93"/>
  </p:normalViewPr>
  <p:slideViewPr>
    <p:cSldViewPr snapToGrid="0">
      <p:cViewPr>
        <p:scale>
          <a:sx n="86" d="100"/>
          <a:sy n="86" d="100"/>
        </p:scale>
        <p:origin x="2576" y="1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4F49C5-C420-4C5C-9C8D-16142F7CDB8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7DD8A57-E551-4D76-A182-BCBCB4CFE7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Loughrea Badminton Club</a:t>
          </a:r>
          <a:r>
            <a:rPr lang="en-US"/>
            <a:t> has long been a prominent club for people who are keenly interested in the sport of badminton.</a:t>
          </a:r>
        </a:p>
      </dgm:t>
    </dgm:pt>
    <dgm:pt modelId="{438C152A-90C0-43CC-8EB7-2879169644DC}" type="parTrans" cxnId="{710E0BE1-427D-4E71-A9CC-93B3B1B05779}">
      <dgm:prSet/>
      <dgm:spPr/>
      <dgm:t>
        <a:bodyPr/>
        <a:lstStyle/>
        <a:p>
          <a:endParaRPr lang="en-US"/>
        </a:p>
      </dgm:t>
    </dgm:pt>
    <dgm:pt modelId="{D5E47AC1-8E42-4D04-8575-369D7BFA8F59}" type="sibTrans" cxnId="{710E0BE1-427D-4E71-A9CC-93B3B1B05779}">
      <dgm:prSet/>
      <dgm:spPr/>
      <dgm:t>
        <a:bodyPr/>
        <a:lstStyle/>
        <a:p>
          <a:endParaRPr lang="en-US"/>
        </a:p>
      </dgm:t>
    </dgm:pt>
    <dgm:pt modelId="{EA29AC39-C176-4C97-A68A-5D752C6F79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success of the club is reflected in its steady growth and its reach to a wider range of people.</a:t>
          </a:r>
        </a:p>
      </dgm:t>
    </dgm:pt>
    <dgm:pt modelId="{69F212FA-5C40-494D-93AF-25D1241F2F17}" type="parTrans" cxnId="{A85A194F-EF54-4649-ACEF-5FB4588E84F2}">
      <dgm:prSet/>
      <dgm:spPr/>
      <dgm:t>
        <a:bodyPr/>
        <a:lstStyle/>
        <a:p>
          <a:endParaRPr lang="en-US"/>
        </a:p>
      </dgm:t>
    </dgm:pt>
    <dgm:pt modelId="{D956E542-FBF7-4172-9D12-4E6468292BB5}" type="sibTrans" cxnId="{A85A194F-EF54-4649-ACEF-5FB4588E84F2}">
      <dgm:prSet/>
      <dgm:spPr/>
      <dgm:t>
        <a:bodyPr/>
        <a:lstStyle/>
        <a:p>
          <a:endParaRPr lang="en-US"/>
        </a:p>
      </dgm:t>
    </dgm:pt>
    <dgm:pt modelId="{6FE8AC12-BEB6-415C-9F29-73F730ED36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have received numerous requests to establish a more professional system that meets the needs and expectations of our enthusiastic members.</a:t>
          </a:r>
        </a:p>
      </dgm:t>
    </dgm:pt>
    <dgm:pt modelId="{42170DC8-8033-49F8-A00F-302964E3C28C}" type="parTrans" cxnId="{F198F0D9-F44C-47FA-8BD5-DEBDC0F6DE43}">
      <dgm:prSet/>
      <dgm:spPr/>
      <dgm:t>
        <a:bodyPr/>
        <a:lstStyle/>
        <a:p>
          <a:endParaRPr lang="en-US"/>
        </a:p>
      </dgm:t>
    </dgm:pt>
    <dgm:pt modelId="{54FFCAF8-1BF8-49E7-A4B4-689462057E98}" type="sibTrans" cxnId="{F198F0D9-F44C-47FA-8BD5-DEBDC0F6DE43}">
      <dgm:prSet/>
      <dgm:spPr/>
      <dgm:t>
        <a:bodyPr/>
        <a:lstStyle/>
        <a:p>
          <a:endParaRPr lang="en-US"/>
        </a:p>
      </dgm:t>
    </dgm:pt>
    <dgm:pt modelId="{C03A6680-3E07-475B-AC4C-81AD63FAC5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are delighted to expand our reach to a broader audience with your continued support.</a:t>
          </a:r>
        </a:p>
      </dgm:t>
    </dgm:pt>
    <dgm:pt modelId="{FA209479-50FA-4154-A1F2-FA9AD56CDF87}" type="parTrans" cxnId="{1D286025-5F35-4D60-97DA-EEEB690ACA4D}">
      <dgm:prSet/>
      <dgm:spPr/>
      <dgm:t>
        <a:bodyPr/>
        <a:lstStyle/>
        <a:p>
          <a:endParaRPr lang="en-US"/>
        </a:p>
      </dgm:t>
    </dgm:pt>
    <dgm:pt modelId="{2DC99A28-6722-4037-ADAC-A728616EDD79}" type="sibTrans" cxnId="{1D286025-5F35-4D60-97DA-EEEB690ACA4D}">
      <dgm:prSet/>
      <dgm:spPr/>
      <dgm:t>
        <a:bodyPr/>
        <a:lstStyle/>
        <a:p>
          <a:endParaRPr lang="en-US"/>
        </a:p>
      </dgm:t>
    </dgm:pt>
    <dgm:pt modelId="{5EEF3241-809E-4622-A72C-F0319C0E6E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club aims to share the love of the game and to fuel the spirit of those who are passionate about competing.</a:t>
          </a:r>
        </a:p>
      </dgm:t>
    </dgm:pt>
    <dgm:pt modelId="{5DA4146D-964B-4443-9366-09D2845CA476}" type="parTrans" cxnId="{D82BEBDB-74EF-4D62-A706-B4C6CC6AAC59}">
      <dgm:prSet/>
      <dgm:spPr/>
      <dgm:t>
        <a:bodyPr/>
        <a:lstStyle/>
        <a:p>
          <a:endParaRPr lang="en-US"/>
        </a:p>
      </dgm:t>
    </dgm:pt>
    <dgm:pt modelId="{502820E8-24F0-4627-88DB-A5E4F6528D75}" type="sibTrans" cxnId="{D82BEBDB-74EF-4D62-A706-B4C6CC6AAC59}">
      <dgm:prSet/>
      <dgm:spPr/>
      <dgm:t>
        <a:bodyPr/>
        <a:lstStyle/>
        <a:p>
          <a:endParaRPr lang="en-US"/>
        </a:p>
      </dgm:t>
    </dgm:pt>
    <dgm:pt modelId="{D746EB0D-431B-44D1-86BD-7F8FDE28666A}" type="pres">
      <dgm:prSet presAssocID="{244F49C5-C420-4C5C-9C8D-16142F7CDB8F}" presName="root" presStyleCnt="0">
        <dgm:presLayoutVars>
          <dgm:dir/>
          <dgm:resizeHandles val="exact"/>
        </dgm:presLayoutVars>
      </dgm:prSet>
      <dgm:spPr/>
    </dgm:pt>
    <dgm:pt modelId="{E80DCC50-B6FE-4146-BE71-0C4E584B6ED5}" type="pres">
      <dgm:prSet presAssocID="{D7DD8A57-E551-4D76-A182-BCBCB4CFE716}" presName="compNode" presStyleCnt="0"/>
      <dgm:spPr/>
    </dgm:pt>
    <dgm:pt modelId="{8E62EDF5-24EB-42B5-A00D-EA7031C91A83}" type="pres">
      <dgm:prSet presAssocID="{D7DD8A57-E551-4D76-A182-BCBCB4CFE71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nnis"/>
        </a:ext>
      </dgm:extLst>
    </dgm:pt>
    <dgm:pt modelId="{5A0122DB-34DB-4B38-AB72-B10D95F84BEA}" type="pres">
      <dgm:prSet presAssocID="{D7DD8A57-E551-4D76-A182-BCBCB4CFE716}" presName="spaceRect" presStyleCnt="0"/>
      <dgm:spPr/>
    </dgm:pt>
    <dgm:pt modelId="{2EB87B7B-5AB7-4D43-9504-47AB1AA021A3}" type="pres">
      <dgm:prSet presAssocID="{D7DD8A57-E551-4D76-A182-BCBCB4CFE716}" presName="textRect" presStyleLbl="revTx" presStyleIdx="0" presStyleCnt="5">
        <dgm:presLayoutVars>
          <dgm:chMax val="1"/>
          <dgm:chPref val="1"/>
        </dgm:presLayoutVars>
      </dgm:prSet>
      <dgm:spPr/>
    </dgm:pt>
    <dgm:pt modelId="{563E3506-DE8C-4AD7-925A-55F20F9DF14F}" type="pres">
      <dgm:prSet presAssocID="{D5E47AC1-8E42-4D04-8575-369D7BFA8F59}" presName="sibTrans" presStyleCnt="0"/>
      <dgm:spPr/>
    </dgm:pt>
    <dgm:pt modelId="{22C56922-EC59-416C-9963-81D6A7807279}" type="pres">
      <dgm:prSet presAssocID="{EA29AC39-C176-4C97-A68A-5D752C6F791B}" presName="compNode" presStyleCnt="0"/>
      <dgm:spPr/>
    </dgm:pt>
    <dgm:pt modelId="{914239BA-0C4D-47B1-ACD3-4BB6D3682A31}" type="pres">
      <dgm:prSet presAssocID="{EA29AC39-C176-4C97-A68A-5D752C6F791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B5C147F6-D272-4A83-8670-119F6A0C39DE}" type="pres">
      <dgm:prSet presAssocID="{EA29AC39-C176-4C97-A68A-5D752C6F791B}" presName="spaceRect" presStyleCnt="0"/>
      <dgm:spPr/>
    </dgm:pt>
    <dgm:pt modelId="{7FCA9B8E-C002-4432-A452-F8DB895ABED7}" type="pres">
      <dgm:prSet presAssocID="{EA29AC39-C176-4C97-A68A-5D752C6F791B}" presName="textRect" presStyleLbl="revTx" presStyleIdx="1" presStyleCnt="5">
        <dgm:presLayoutVars>
          <dgm:chMax val="1"/>
          <dgm:chPref val="1"/>
        </dgm:presLayoutVars>
      </dgm:prSet>
      <dgm:spPr/>
    </dgm:pt>
    <dgm:pt modelId="{7F000285-D63F-408A-947A-91430F9EC5F0}" type="pres">
      <dgm:prSet presAssocID="{D956E542-FBF7-4172-9D12-4E6468292BB5}" presName="sibTrans" presStyleCnt="0"/>
      <dgm:spPr/>
    </dgm:pt>
    <dgm:pt modelId="{CF085DF7-1A8B-40FF-86BD-BFFBF385C5CA}" type="pres">
      <dgm:prSet presAssocID="{6FE8AC12-BEB6-415C-9F29-73F730ED36D6}" presName="compNode" presStyleCnt="0"/>
      <dgm:spPr/>
    </dgm:pt>
    <dgm:pt modelId="{C5D16934-8FB0-4F1B-BECC-8D41FA436E6E}" type="pres">
      <dgm:prSet presAssocID="{6FE8AC12-BEB6-415C-9F29-73F730ED36D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2B930BEE-AC0E-454A-8B6E-5F0BF1EE0C7E}" type="pres">
      <dgm:prSet presAssocID="{6FE8AC12-BEB6-415C-9F29-73F730ED36D6}" presName="spaceRect" presStyleCnt="0"/>
      <dgm:spPr/>
    </dgm:pt>
    <dgm:pt modelId="{98ABAE55-46D2-4A5E-9A7B-1B7705EB25C1}" type="pres">
      <dgm:prSet presAssocID="{6FE8AC12-BEB6-415C-9F29-73F730ED36D6}" presName="textRect" presStyleLbl="revTx" presStyleIdx="2" presStyleCnt="5">
        <dgm:presLayoutVars>
          <dgm:chMax val="1"/>
          <dgm:chPref val="1"/>
        </dgm:presLayoutVars>
      </dgm:prSet>
      <dgm:spPr/>
    </dgm:pt>
    <dgm:pt modelId="{DECF722D-307B-4A6C-ACBD-808ED3B4327A}" type="pres">
      <dgm:prSet presAssocID="{54FFCAF8-1BF8-49E7-A4B4-689462057E98}" presName="sibTrans" presStyleCnt="0"/>
      <dgm:spPr/>
    </dgm:pt>
    <dgm:pt modelId="{7CAEF7BC-6956-46D3-B16C-9EA5C79559FB}" type="pres">
      <dgm:prSet presAssocID="{C03A6680-3E07-475B-AC4C-81AD63FAC517}" presName="compNode" presStyleCnt="0"/>
      <dgm:spPr/>
    </dgm:pt>
    <dgm:pt modelId="{F7770D8F-18B8-4FF1-99D4-BC80D8B292D6}" type="pres">
      <dgm:prSet presAssocID="{C03A6680-3E07-475B-AC4C-81AD63FAC51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94C0691A-81B3-45FF-A2E6-C68A5D0A10EE}" type="pres">
      <dgm:prSet presAssocID="{C03A6680-3E07-475B-AC4C-81AD63FAC517}" presName="spaceRect" presStyleCnt="0"/>
      <dgm:spPr/>
    </dgm:pt>
    <dgm:pt modelId="{B890AF31-257C-4180-BB8E-06ED6DFE13B8}" type="pres">
      <dgm:prSet presAssocID="{C03A6680-3E07-475B-AC4C-81AD63FAC517}" presName="textRect" presStyleLbl="revTx" presStyleIdx="3" presStyleCnt="5">
        <dgm:presLayoutVars>
          <dgm:chMax val="1"/>
          <dgm:chPref val="1"/>
        </dgm:presLayoutVars>
      </dgm:prSet>
      <dgm:spPr/>
    </dgm:pt>
    <dgm:pt modelId="{3F629C7F-BBFE-469C-931F-6F211C267544}" type="pres">
      <dgm:prSet presAssocID="{2DC99A28-6722-4037-ADAC-A728616EDD79}" presName="sibTrans" presStyleCnt="0"/>
      <dgm:spPr/>
    </dgm:pt>
    <dgm:pt modelId="{D37BE97F-FBDE-435D-80CF-C31A9D365C04}" type="pres">
      <dgm:prSet presAssocID="{5EEF3241-809E-4622-A72C-F0319C0E6E8C}" presName="compNode" presStyleCnt="0"/>
      <dgm:spPr/>
    </dgm:pt>
    <dgm:pt modelId="{365C7A51-E976-4B4A-BA58-F42A672E420F}" type="pres">
      <dgm:prSet presAssocID="{5EEF3241-809E-4622-A72C-F0319C0E6E8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0E5BE620-0646-4BA9-A132-FE5618D954C6}" type="pres">
      <dgm:prSet presAssocID="{5EEF3241-809E-4622-A72C-F0319C0E6E8C}" presName="spaceRect" presStyleCnt="0"/>
      <dgm:spPr/>
    </dgm:pt>
    <dgm:pt modelId="{C6942BFF-F9F5-4ED4-8988-BE4D273168A8}" type="pres">
      <dgm:prSet presAssocID="{5EEF3241-809E-4622-A72C-F0319C0E6E8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6955708-AA72-F84F-BC60-3F3D836EAF73}" type="presOf" srcId="{C03A6680-3E07-475B-AC4C-81AD63FAC517}" destId="{B890AF31-257C-4180-BB8E-06ED6DFE13B8}" srcOrd="0" destOrd="0" presId="urn:microsoft.com/office/officeart/2018/2/layout/IconLabelList"/>
    <dgm:cxn modelId="{1D286025-5F35-4D60-97DA-EEEB690ACA4D}" srcId="{244F49C5-C420-4C5C-9C8D-16142F7CDB8F}" destId="{C03A6680-3E07-475B-AC4C-81AD63FAC517}" srcOrd="3" destOrd="0" parTransId="{FA209479-50FA-4154-A1F2-FA9AD56CDF87}" sibTransId="{2DC99A28-6722-4037-ADAC-A728616EDD79}"/>
    <dgm:cxn modelId="{301FB042-D82A-9B42-901A-33985EE2867E}" type="presOf" srcId="{D7DD8A57-E551-4D76-A182-BCBCB4CFE716}" destId="{2EB87B7B-5AB7-4D43-9504-47AB1AA021A3}" srcOrd="0" destOrd="0" presId="urn:microsoft.com/office/officeart/2018/2/layout/IconLabelList"/>
    <dgm:cxn modelId="{A85A194F-EF54-4649-ACEF-5FB4588E84F2}" srcId="{244F49C5-C420-4C5C-9C8D-16142F7CDB8F}" destId="{EA29AC39-C176-4C97-A68A-5D752C6F791B}" srcOrd="1" destOrd="0" parTransId="{69F212FA-5C40-494D-93AF-25D1241F2F17}" sibTransId="{D956E542-FBF7-4172-9D12-4E6468292BB5}"/>
    <dgm:cxn modelId="{FDAB7454-57D8-0842-A020-34CBB496EBD6}" type="presOf" srcId="{5EEF3241-809E-4622-A72C-F0319C0E6E8C}" destId="{C6942BFF-F9F5-4ED4-8988-BE4D273168A8}" srcOrd="0" destOrd="0" presId="urn:microsoft.com/office/officeart/2018/2/layout/IconLabelList"/>
    <dgm:cxn modelId="{D92F825C-4432-F043-B275-4EEE10B7D779}" type="presOf" srcId="{EA29AC39-C176-4C97-A68A-5D752C6F791B}" destId="{7FCA9B8E-C002-4432-A452-F8DB895ABED7}" srcOrd="0" destOrd="0" presId="urn:microsoft.com/office/officeart/2018/2/layout/IconLabelList"/>
    <dgm:cxn modelId="{C937D265-5F24-E145-A2D7-1AC9FEE9AB07}" type="presOf" srcId="{244F49C5-C420-4C5C-9C8D-16142F7CDB8F}" destId="{D746EB0D-431B-44D1-86BD-7F8FDE28666A}" srcOrd="0" destOrd="0" presId="urn:microsoft.com/office/officeart/2018/2/layout/IconLabelList"/>
    <dgm:cxn modelId="{F198F0D9-F44C-47FA-8BD5-DEBDC0F6DE43}" srcId="{244F49C5-C420-4C5C-9C8D-16142F7CDB8F}" destId="{6FE8AC12-BEB6-415C-9F29-73F730ED36D6}" srcOrd="2" destOrd="0" parTransId="{42170DC8-8033-49F8-A00F-302964E3C28C}" sibTransId="{54FFCAF8-1BF8-49E7-A4B4-689462057E98}"/>
    <dgm:cxn modelId="{6A9A06DB-6577-1743-8BB1-1B40525CEFD0}" type="presOf" srcId="{6FE8AC12-BEB6-415C-9F29-73F730ED36D6}" destId="{98ABAE55-46D2-4A5E-9A7B-1B7705EB25C1}" srcOrd="0" destOrd="0" presId="urn:microsoft.com/office/officeart/2018/2/layout/IconLabelList"/>
    <dgm:cxn modelId="{D82BEBDB-74EF-4D62-A706-B4C6CC6AAC59}" srcId="{244F49C5-C420-4C5C-9C8D-16142F7CDB8F}" destId="{5EEF3241-809E-4622-A72C-F0319C0E6E8C}" srcOrd="4" destOrd="0" parTransId="{5DA4146D-964B-4443-9366-09D2845CA476}" sibTransId="{502820E8-24F0-4627-88DB-A5E4F6528D75}"/>
    <dgm:cxn modelId="{710E0BE1-427D-4E71-A9CC-93B3B1B05779}" srcId="{244F49C5-C420-4C5C-9C8D-16142F7CDB8F}" destId="{D7DD8A57-E551-4D76-A182-BCBCB4CFE716}" srcOrd="0" destOrd="0" parTransId="{438C152A-90C0-43CC-8EB7-2879169644DC}" sibTransId="{D5E47AC1-8E42-4D04-8575-369D7BFA8F59}"/>
    <dgm:cxn modelId="{B9A6696D-6C15-EC44-871B-538D5681C76E}" type="presParOf" srcId="{D746EB0D-431B-44D1-86BD-7F8FDE28666A}" destId="{E80DCC50-B6FE-4146-BE71-0C4E584B6ED5}" srcOrd="0" destOrd="0" presId="urn:microsoft.com/office/officeart/2018/2/layout/IconLabelList"/>
    <dgm:cxn modelId="{2E029B95-D3F7-9042-B474-3EF998DB5552}" type="presParOf" srcId="{E80DCC50-B6FE-4146-BE71-0C4E584B6ED5}" destId="{8E62EDF5-24EB-42B5-A00D-EA7031C91A83}" srcOrd="0" destOrd="0" presId="urn:microsoft.com/office/officeart/2018/2/layout/IconLabelList"/>
    <dgm:cxn modelId="{CB2BE758-3582-904B-8DEB-95C5AC7727A9}" type="presParOf" srcId="{E80DCC50-B6FE-4146-BE71-0C4E584B6ED5}" destId="{5A0122DB-34DB-4B38-AB72-B10D95F84BEA}" srcOrd="1" destOrd="0" presId="urn:microsoft.com/office/officeart/2018/2/layout/IconLabelList"/>
    <dgm:cxn modelId="{336D1B7A-29F4-454D-BD43-E41D8CCBEBCA}" type="presParOf" srcId="{E80DCC50-B6FE-4146-BE71-0C4E584B6ED5}" destId="{2EB87B7B-5AB7-4D43-9504-47AB1AA021A3}" srcOrd="2" destOrd="0" presId="urn:microsoft.com/office/officeart/2018/2/layout/IconLabelList"/>
    <dgm:cxn modelId="{547589DB-3D39-A94B-8CC8-009177E07C22}" type="presParOf" srcId="{D746EB0D-431B-44D1-86BD-7F8FDE28666A}" destId="{563E3506-DE8C-4AD7-925A-55F20F9DF14F}" srcOrd="1" destOrd="0" presId="urn:microsoft.com/office/officeart/2018/2/layout/IconLabelList"/>
    <dgm:cxn modelId="{65DC0019-7D48-4540-9FE6-C2481BC006E7}" type="presParOf" srcId="{D746EB0D-431B-44D1-86BD-7F8FDE28666A}" destId="{22C56922-EC59-416C-9963-81D6A7807279}" srcOrd="2" destOrd="0" presId="urn:microsoft.com/office/officeart/2018/2/layout/IconLabelList"/>
    <dgm:cxn modelId="{74C930D4-FCBB-BE41-80EF-87DEDAEB6681}" type="presParOf" srcId="{22C56922-EC59-416C-9963-81D6A7807279}" destId="{914239BA-0C4D-47B1-ACD3-4BB6D3682A31}" srcOrd="0" destOrd="0" presId="urn:microsoft.com/office/officeart/2018/2/layout/IconLabelList"/>
    <dgm:cxn modelId="{9C3619D8-1966-AD4E-BF47-B90230C48D83}" type="presParOf" srcId="{22C56922-EC59-416C-9963-81D6A7807279}" destId="{B5C147F6-D272-4A83-8670-119F6A0C39DE}" srcOrd="1" destOrd="0" presId="urn:microsoft.com/office/officeart/2018/2/layout/IconLabelList"/>
    <dgm:cxn modelId="{E87625EB-D92D-1648-95CD-7786569AB306}" type="presParOf" srcId="{22C56922-EC59-416C-9963-81D6A7807279}" destId="{7FCA9B8E-C002-4432-A452-F8DB895ABED7}" srcOrd="2" destOrd="0" presId="urn:microsoft.com/office/officeart/2018/2/layout/IconLabelList"/>
    <dgm:cxn modelId="{D208021B-F33A-8E45-BFB3-3076138765C1}" type="presParOf" srcId="{D746EB0D-431B-44D1-86BD-7F8FDE28666A}" destId="{7F000285-D63F-408A-947A-91430F9EC5F0}" srcOrd="3" destOrd="0" presId="urn:microsoft.com/office/officeart/2018/2/layout/IconLabelList"/>
    <dgm:cxn modelId="{491E6C14-3D76-6741-BDE4-E28D3CA7E524}" type="presParOf" srcId="{D746EB0D-431B-44D1-86BD-7F8FDE28666A}" destId="{CF085DF7-1A8B-40FF-86BD-BFFBF385C5CA}" srcOrd="4" destOrd="0" presId="urn:microsoft.com/office/officeart/2018/2/layout/IconLabelList"/>
    <dgm:cxn modelId="{9AC63060-F7E3-6B48-BF22-9FF8DB755E22}" type="presParOf" srcId="{CF085DF7-1A8B-40FF-86BD-BFFBF385C5CA}" destId="{C5D16934-8FB0-4F1B-BECC-8D41FA436E6E}" srcOrd="0" destOrd="0" presId="urn:microsoft.com/office/officeart/2018/2/layout/IconLabelList"/>
    <dgm:cxn modelId="{67A81B5B-A19F-B749-AAA2-6007AE204957}" type="presParOf" srcId="{CF085DF7-1A8B-40FF-86BD-BFFBF385C5CA}" destId="{2B930BEE-AC0E-454A-8B6E-5F0BF1EE0C7E}" srcOrd="1" destOrd="0" presId="urn:microsoft.com/office/officeart/2018/2/layout/IconLabelList"/>
    <dgm:cxn modelId="{F39AC299-002B-B045-BA31-263F26D012ED}" type="presParOf" srcId="{CF085DF7-1A8B-40FF-86BD-BFFBF385C5CA}" destId="{98ABAE55-46D2-4A5E-9A7B-1B7705EB25C1}" srcOrd="2" destOrd="0" presId="urn:microsoft.com/office/officeart/2018/2/layout/IconLabelList"/>
    <dgm:cxn modelId="{C72BBAC7-A264-514F-9A69-16B971621F1C}" type="presParOf" srcId="{D746EB0D-431B-44D1-86BD-7F8FDE28666A}" destId="{DECF722D-307B-4A6C-ACBD-808ED3B4327A}" srcOrd="5" destOrd="0" presId="urn:microsoft.com/office/officeart/2018/2/layout/IconLabelList"/>
    <dgm:cxn modelId="{17F86EE9-96D3-0343-BD3F-DA67EC7567B8}" type="presParOf" srcId="{D746EB0D-431B-44D1-86BD-7F8FDE28666A}" destId="{7CAEF7BC-6956-46D3-B16C-9EA5C79559FB}" srcOrd="6" destOrd="0" presId="urn:microsoft.com/office/officeart/2018/2/layout/IconLabelList"/>
    <dgm:cxn modelId="{F769E8F9-F9E4-9C4E-B76E-49042CAEF8E5}" type="presParOf" srcId="{7CAEF7BC-6956-46D3-B16C-9EA5C79559FB}" destId="{F7770D8F-18B8-4FF1-99D4-BC80D8B292D6}" srcOrd="0" destOrd="0" presId="urn:microsoft.com/office/officeart/2018/2/layout/IconLabelList"/>
    <dgm:cxn modelId="{AB13859A-6E14-B842-B04A-357C97477913}" type="presParOf" srcId="{7CAEF7BC-6956-46D3-B16C-9EA5C79559FB}" destId="{94C0691A-81B3-45FF-A2E6-C68A5D0A10EE}" srcOrd="1" destOrd="0" presId="urn:microsoft.com/office/officeart/2018/2/layout/IconLabelList"/>
    <dgm:cxn modelId="{001D0B7D-D959-6F47-9311-6DB467047E36}" type="presParOf" srcId="{7CAEF7BC-6956-46D3-B16C-9EA5C79559FB}" destId="{B890AF31-257C-4180-BB8E-06ED6DFE13B8}" srcOrd="2" destOrd="0" presId="urn:microsoft.com/office/officeart/2018/2/layout/IconLabelList"/>
    <dgm:cxn modelId="{05125647-E565-2C42-9918-CD01293E3168}" type="presParOf" srcId="{D746EB0D-431B-44D1-86BD-7F8FDE28666A}" destId="{3F629C7F-BBFE-469C-931F-6F211C267544}" srcOrd="7" destOrd="0" presId="urn:microsoft.com/office/officeart/2018/2/layout/IconLabelList"/>
    <dgm:cxn modelId="{A9F4D59F-1C7E-644E-8833-846838A79EE7}" type="presParOf" srcId="{D746EB0D-431B-44D1-86BD-7F8FDE28666A}" destId="{D37BE97F-FBDE-435D-80CF-C31A9D365C04}" srcOrd="8" destOrd="0" presId="urn:microsoft.com/office/officeart/2018/2/layout/IconLabelList"/>
    <dgm:cxn modelId="{4DF56059-5564-1546-ACC9-DF0D9B512594}" type="presParOf" srcId="{D37BE97F-FBDE-435D-80CF-C31A9D365C04}" destId="{365C7A51-E976-4B4A-BA58-F42A672E420F}" srcOrd="0" destOrd="0" presId="urn:microsoft.com/office/officeart/2018/2/layout/IconLabelList"/>
    <dgm:cxn modelId="{1A0D9483-5481-A443-9A8A-2363BD683229}" type="presParOf" srcId="{D37BE97F-FBDE-435D-80CF-C31A9D365C04}" destId="{0E5BE620-0646-4BA9-A132-FE5618D954C6}" srcOrd="1" destOrd="0" presId="urn:microsoft.com/office/officeart/2018/2/layout/IconLabelList"/>
    <dgm:cxn modelId="{5DFD463D-39A8-F64F-B82C-A824C0491136}" type="presParOf" srcId="{D37BE97F-FBDE-435D-80CF-C31A9D365C04}" destId="{C6942BFF-F9F5-4ED4-8988-BE4D273168A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E603DD-138F-46BA-9563-4712A583D35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434C2E0-F4AC-4C54-91A0-F166829423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Benefits you have in sponsoring the club</a:t>
          </a:r>
        </a:p>
      </dgm:t>
    </dgm:pt>
    <dgm:pt modelId="{0AFD7CAC-A708-4E2F-A5CB-DA54BD8A1F6D}" type="parTrans" cxnId="{6CD5E5F1-387B-4AD2-A93B-C1679C509E33}">
      <dgm:prSet/>
      <dgm:spPr/>
      <dgm:t>
        <a:bodyPr/>
        <a:lstStyle/>
        <a:p>
          <a:endParaRPr lang="en-US"/>
        </a:p>
      </dgm:t>
    </dgm:pt>
    <dgm:pt modelId="{F4A449C0-27B1-42FD-8297-9FDE2D18096A}" type="sibTrans" cxnId="{6CD5E5F1-387B-4AD2-A93B-C1679C509E3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B19FF0-2ABD-4A1E-90FC-A341732909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-: Your brand gets recognized to all range of audience</a:t>
          </a:r>
        </a:p>
      </dgm:t>
    </dgm:pt>
    <dgm:pt modelId="{351A687C-DFF9-498B-B2E7-988D6ACEC39F}" type="parTrans" cxnId="{35189D6E-818F-40B3-9D91-DA7CB35BFEAA}">
      <dgm:prSet/>
      <dgm:spPr/>
      <dgm:t>
        <a:bodyPr/>
        <a:lstStyle/>
        <a:p>
          <a:endParaRPr lang="en-US"/>
        </a:p>
      </dgm:t>
    </dgm:pt>
    <dgm:pt modelId="{883F798A-00D8-45D0-B416-1C7B3D834E4F}" type="sibTrans" cxnId="{35189D6E-818F-40B3-9D91-DA7CB35BFE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1BB7CE-9340-4F61-8377-F19F12F6DE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-: It will appear on our jerseys; posters and every social media post we do</a:t>
          </a:r>
        </a:p>
      </dgm:t>
    </dgm:pt>
    <dgm:pt modelId="{E30E1673-C839-4E8D-8542-B4E2E5B97996}" type="parTrans" cxnId="{794E51F8-962D-4D81-8C21-30D8EBFBAF9E}">
      <dgm:prSet/>
      <dgm:spPr/>
      <dgm:t>
        <a:bodyPr/>
        <a:lstStyle/>
        <a:p>
          <a:endParaRPr lang="en-US"/>
        </a:p>
      </dgm:t>
    </dgm:pt>
    <dgm:pt modelId="{8F367501-5541-4D59-81FA-3199181FBD2D}" type="sibTrans" cxnId="{794E51F8-962D-4D81-8C21-30D8EBFBAF9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0DC098-EA5F-4C39-936B-AA03FA59CB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-: A positive image will be the outcome as your supports the community people and their clubs.</a:t>
          </a:r>
        </a:p>
      </dgm:t>
    </dgm:pt>
    <dgm:pt modelId="{163D7C2D-CC7B-4521-9C4F-481737EAB533}" type="parTrans" cxnId="{BAFF8B19-F8BB-41CB-BDDE-B27DF873A201}">
      <dgm:prSet/>
      <dgm:spPr/>
      <dgm:t>
        <a:bodyPr/>
        <a:lstStyle/>
        <a:p>
          <a:endParaRPr lang="en-US"/>
        </a:p>
      </dgm:t>
    </dgm:pt>
    <dgm:pt modelId="{01BD506B-F58E-45AC-969C-01BAA20889AE}" type="sibTrans" cxnId="{BAFF8B19-F8BB-41CB-BDDE-B27DF873A201}">
      <dgm:prSet/>
      <dgm:spPr/>
      <dgm:t>
        <a:bodyPr/>
        <a:lstStyle/>
        <a:p>
          <a:endParaRPr lang="en-US"/>
        </a:p>
      </dgm:t>
    </dgm:pt>
    <dgm:pt modelId="{238BDEBC-C5F1-41B9-8277-660675245B63}" type="pres">
      <dgm:prSet presAssocID="{39E603DD-138F-46BA-9563-4712A583D35E}" presName="root" presStyleCnt="0">
        <dgm:presLayoutVars>
          <dgm:dir/>
          <dgm:resizeHandles val="exact"/>
        </dgm:presLayoutVars>
      </dgm:prSet>
      <dgm:spPr/>
    </dgm:pt>
    <dgm:pt modelId="{B521D418-1F3C-44AD-B00A-5D7E527B3551}" type="pres">
      <dgm:prSet presAssocID="{39E603DD-138F-46BA-9563-4712A583D35E}" presName="container" presStyleCnt="0">
        <dgm:presLayoutVars>
          <dgm:dir/>
          <dgm:resizeHandles val="exact"/>
        </dgm:presLayoutVars>
      </dgm:prSet>
      <dgm:spPr/>
    </dgm:pt>
    <dgm:pt modelId="{F7D20442-F0C2-4F84-A6AC-090BE9885726}" type="pres">
      <dgm:prSet presAssocID="{9434C2E0-F4AC-4C54-91A0-F16682942388}" presName="compNode" presStyleCnt="0"/>
      <dgm:spPr/>
    </dgm:pt>
    <dgm:pt modelId="{2AAA5011-E2BD-4C6F-B0CA-478FEEA40EB4}" type="pres">
      <dgm:prSet presAssocID="{9434C2E0-F4AC-4C54-91A0-F16682942388}" presName="iconBgRect" presStyleLbl="bgShp" presStyleIdx="0" presStyleCnt="4"/>
      <dgm:spPr/>
    </dgm:pt>
    <dgm:pt modelId="{9602BDE3-E2DB-4024-9B20-B232A97223E6}" type="pres">
      <dgm:prSet presAssocID="{9434C2E0-F4AC-4C54-91A0-F1668294238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B25833A-4813-47C4-8D6D-48BD1D201D1B}" type="pres">
      <dgm:prSet presAssocID="{9434C2E0-F4AC-4C54-91A0-F16682942388}" presName="spaceRect" presStyleCnt="0"/>
      <dgm:spPr/>
    </dgm:pt>
    <dgm:pt modelId="{299DBC34-802B-4EE0-BBFA-1426727CB5A1}" type="pres">
      <dgm:prSet presAssocID="{9434C2E0-F4AC-4C54-91A0-F16682942388}" presName="textRect" presStyleLbl="revTx" presStyleIdx="0" presStyleCnt="4">
        <dgm:presLayoutVars>
          <dgm:chMax val="1"/>
          <dgm:chPref val="1"/>
        </dgm:presLayoutVars>
      </dgm:prSet>
      <dgm:spPr/>
    </dgm:pt>
    <dgm:pt modelId="{373C227B-4CBA-4091-9C55-0D8F6DACC365}" type="pres">
      <dgm:prSet presAssocID="{F4A449C0-27B1-42FD-8297-9FDE2D18096A}" presName="sibTrans" presStyleLbl="sibTrans2D1" presStyleIdx="0" presStyleCnt="0"/>
      <dgm:spPr/>
    </dgm:pt>
    <dgm:pt modelId="{73FFED3E-87E0-4BE5-B076-BE3E8567C12D}" type="pres">
      <dgm:prSet presAssocID="{BAB19FF0-2ABD-4A1E-90FC-A3417329099B}" presName="compNode" presStyleCnt="0"/>
      <dgm:spPr/>
    </dgm:pt>
    <dgm:pt modelId="{FA5A4D6A-52C8-4047-86BD-EA93018EFFCE}" type="pres">
      <dgm:prSet presAssocID="{BAB19FF0-2ABD-4A1E-90FC-A3417329099B}" presName="iconBgRect" presStyleLbl="bgShp" presStyleIdx="1" presStyleCnt="4"/>
      <dgm:spPr/>
    </dgm:pt>
    <dgm:pt modelId="{C02680B6-D1B5-4583-8C9A-104F89952827}" type="pres">
      <dgm:prSet presAssocID="{BAB19FF0-2ABD-4A1E-90FC-A341732909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AC54454A-158B-4610-A914-BD1221BD6BB8}" type="pres">
      <dgm:prSet presAssocID="{BAB19FF0-2ABD-4A1E-90FC-A3417329099B}" presName="spaceRect" presStyleCnt="0"/>
      <dgm:spPr/>
    </dgm:pt>
    <dgm:pt modelId="{843C4151-E977-429B-97D0-9F8D2798FB68}" type="pres">
      <dgm:prSet presAssocID="{BAB19FF0-2ABD-4A1E-90FC-A3417329099B}" presName="textRect" presStyleLbl="revTx" presStyleIdx="1" presStyleCnt="4">
        <dgm:presLayoutVars>
          <dgm:chMax val="1"/>
          <dgm:chPref val="1"/>
        </dgm:presLayoutVars>
      </dgm:prSet>
      <dgm:spPr/>
    </dgm:pt>
    <dgm:pt modelId="{EC9B2878-620E-476E-913D-40AA8A2CF517}" type="pres">
      <dgm:prSet presAssocID="{883F798A-00D8-45D0-B416-1C7B3D834E4F}" presName="sibTrans" presStyleLbl="sibTrans2D1" presStyleIdx="0" presStyleCnt="0"/>
      <dgm:spPr/>
    </dgm:pt>
    <dgm:pt modelId="{28D3968D-E7EB-419A-A3AA-4F73A08255C1}" type="pres">
      <dgm:prSet presAssocID="{751BB7CE-9340-4F61-8377-F19F12F6DE6B}" presName="compNode" presStyleCnt="0"/>
      <dgm:spPr/>
    </dgm:pt>
    <dgm:pt modelId="{628DE0FB-BBF5-4C1B-94BA-E856794831D9}" type="pres">
      <dgm:prSet presAssocID="{751BB7CE-9340-4F61-8377-F19F12F6DE6B}" presName="iconBgRect" presStyleLbl="bgShp" presStyleIdx="2" presStyleCnt="4"/>
      <dgm:spPr/>
    </dgm:pt>
    <dgm:pt modelId="{A232BA33-BBDE-4571-A12E-F25BAC75C26B}" type="pres">
      <dgm:prSet presAssocID="{751BB7CE-9340-4F61-8377-F19F12F6DE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4A718F1E-BDE8-4EDC-87C9-26A8D93D4E22}" type="pres">
      <dgm:prSet presAssocID="{751BB7CE-9340-4F61-8377-F19F12F6DE6B}" presName="spaceRect" presStyleCnt="0"/>
      <dgm:spPr/>
    </dgm:pt>
    <dgm:pt modelId="{1A488F17-1F13-482B-A093-C9A4CDC4B2CF}" type="pres">
      <dgm:prSet presAssocID="{751BB7CE-9340-4F61-8377-F19F12F6DE6B}" presName="textRect" presStyleLbl="revTx" presStyleIdx="2" presStyleCnt="4">
        <dgm:presLayoutVars>
          <dgm:chMax val="1"/>
          <dgm:chPref val="1"/>
        </dgm:presLayoutVars>
      </dgm:prSet>
      <dgm:spPr/>
    </dgm:pt>
    <dgm:pt modelId="{0861B881-04C7-4F52-9E52-C612003290B5}" type="pres">
      <dgm:prSet presAssocID="{8F367501-5541-4D59-81FA-3199181FBD2D}" presName="sibTrans" presStyleLbl="sibTrans2D1" presStyleIdx="0" presStyleCnt="0"/>
      <dgm:spPr/>
    </dgm:pt>
    <dgm:pt modelId="{07CA33AC-5B97-4134-81C3-72BB6F35A749}" type="pres">
      <dgm:prSet presAssocID="{E30DC098-EA5F-4C39-936B-AA03FA59CB30}" presName="compNode" presStyleCnt="0"/>
      <dgm:spPr/>
    </dgm:pt>
    <dgm:pt modelId="{E6BF46D3-B476-4ECD-BEAD-E1A8104A5CD0}" type="pres">
      <dgm:prSet presAssocID="{E30DC098-EA5F-4C39-936B-AA03FA59CB30}" presName="iconBgRect" presStyleLbl="bgShp" presStyleIdx="3" presStyleCnt="4"/>
      <dgm:spPr/>
    </dgm:pt>
    <dgm:pt modelId="{74C4586F-FDE1-451B-82CC-B4D26831186E}" type="pres">
      <dgm:prSet presAssocID="{E30DC098-EA5F-4C39-936B-AA03FA59CB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517F76E9-786D-495B-83C4-F767A0EB2EC7}" type="pres">
      <dgm:prSet presAssocID="{E30DC098-EA5F-4C39-936B-AA03FA59CB30}" presName="spaceRect" presStyleCnt="0"/>
      <dgm:spPr/>
    </dgm:pt>
    <dgm:pt modelId="{99DD3015-6759-48FF-8408-65EC4B559DF6}" type="pres">
      <dgm:prSet presAssocID="{E30DC098-EA5F-4C39-936B-AA03FA59CB3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5C9DE03-4B2A-B947-A527-25A798C8895E}" type="presOf" srcId="{883F798A-00D8-45D0-B416-1C7B3D834E4F}" destId="{EC9B2878-620E-476E-913D-40AA8A2CF517}" srcOrd="0" destOrd="0" presId="urn:microsoft.com/office/officeart/2018/2/layout/IconCircleList"/>
    <dgm:cxn modelId="{BAFF8B19-F8BB-41CB-BDDE-B27DF873A201}" srcId="{39E603DD-138F-46BA-9563-4712A583D35E}" destId="{E30DC098-EA5F-4C39-936B-AA03FA59CB30}" srcOrd="3" destOrd="0" parTransId="{163D7C2D-CC7B-4521-9C4F-481737EAB533}" sibTransId="{01BD506B-F58E-45AC-969C-01BAA20889AE}"/>
    <dgm:cxn modelId="{76B94C30-3836-574D-BB57-747C3E9F41DD}" type="presOf" srcId="{BAB19FF0-2ABD-4A1E-90FC-A3417329099B}" destId="{843C4151-E977-429B-97D0-9F8D2798FB68}" srcOrd="0" destOrd="0" presId="urn:microsoft.com/office/officeart/2018/2/layout/IconCircleList"/>
    <dgm:cxn modelId="{10220142-A7A2-8C4F-8A94-C82981CA23ED}" type="presOf" srcId="{39E603DD-138F-46BA-9563-4712A583D35E}" destId="{238BDEBC-C5F1-41B9-8277-660675245B63}" srcOrd="0" destOrd="0" presId="urn:microsoft.com/office/officeart/2018/2/layout/IconCircleList"/>
    <dgm:cxn modelId="{96E37850-47F4-3F47-BC2A-16140B606FEF}" type="presOf" srcId="{F4A449C0-27B1-42FD-8297-9FDE2D18096A}" destId="{373C227B-4CBA-4091-9C55-0D8F6DACC365}" srcOrd="0" destOrd="0" presId="urn:microsoft.com/office/officeart/2018/2/layout/IconCircleList"/>
    <dgm:cxn modelId="{35189D6E-818F-40B3-9D91-DA7CB35BFEAA}" srcId="{39E603DD-138F-46BA-9563-4712A583D35E}" destId="{BAB19FF0-2ABD-4A1E-90FC-A3417329099B}" srcOrd="1" destOrd="0" parTransId="{351A687C-DFF9-498B-B2E7-988D6ACEC39F}" sibTransId="{883F798A-00D8-45D0-B416-1C7B3D834E4F}"/>
    <dgm:cxn modelId="{2EEA9EAC-645A-844C-9C0C-D855E3972872}" type="presOf" srcId="{9434C2E0-F4AC-4C54-91A0-F16682942388}" destId="{299DBC34-802B-4EE0-BBFA-1426727CB5A1}" srcOrd="0" destOrd="0" presId="urn:microsoft.com/office/officeart/2018/2/layout/IconCircleList"/>
    <dgm:cxn modelId="{5D2C6FB6-FEAB-004B-8B25-375ED1E8D249}" type="presOf" srcId="{751BB7CE-9340-4F61-8377-F19F12F6DE6B}" destId="{1A488F17-1F13-482B-A093-C9A4CDC4B2CF}" srcOrd="0" destOrd="0" presId="urn:microsoft.com/office/officeart/2018/2/layout/IconCircleList"/>
    <dgm:cxn modelId="{FC9120CF-11F0-FE47-86A3-44FF7AA6BB4E}" type="presOf" srcId="{E30DC098-EA5F-4C39-936B-AA03FA59CB30}" destId="{99DD3015-6759-48FF-8408-65EC4B559DF6}" srcOrd="0" destOrd="0" presId="urn:microsoft.com/office/officeart/2018/2/layout/IconCircleList"/>
    <dgm:cxn modelId="{67D5E0D0-EA1F-EA4F-A967-6656306E4DA1}" type="presOf" srcId="{8F367501-5541-4D59-81FA-3199181FBD2D}" destId="{0861B881-04C7-4F52-9E52-C612003290B5}" srcOrd="0" destOrd="0" presId="urn:microsoft.com/office/officeart/2018/2/layout/IconCircleList"/>
    <dgm:cxn modelId="{6CD5E5F1-387B-4AD2-A93B-C1679C509E33}" srcId="{39E603DD-138F-46BA-9563-4712A583D35E}" destId="{9434C2E0-F4AC-4C54-91A0-F16682942388}" srcOrd="0" destOrd="0" parTransId="{0AFD7CAC-A708-4E2F-A5CB-DA54BD8A1F6D}" sibTransId="{F4A449C0-27B1-42FD-8297-9FDE2D18096A}"/>
    <dgm:cxn modelId="{794E51F8-962D-4D81-8C21-30D8EBFBAF9E}" srcId="{39E603DD-138F-46BA-9563-4712A583D35E}" destId="{751BB7CE-9340-4F61-8377-F19F12F6DE6B}" srcOrd="2" destOrd="0" parTransId="{E30E1673-C839-4E8D-8542-B4E2E5B97996}" sibTransId="{8F367501-5541-4D59-81FA-3199181FBD2D}"/>
    <dgm:cxn modelId="{71C4E9CB-E88D-B843-A30B-34A23ACCD55C}" type="presParOf" srcId="{238BDEBC-C5F1-41B9-8277-660675245B63}" destId="{B521D418-1F3C-44AD-B00A-5D7E527B3551}" srcOrd="0" destOrd="0" presId="urn:microsoft.com/office/officeart/2018/2/layout/IconCircleList"/>
    <dgm:cxn modelId="{162FEE45-62AE-754A-91A2-29C781B4DF41}" type="presParOf" srcId="{B521D418-1F3C-44AD-B00A-5D7E527B3551}" destId="{F7D20442-F0C2-4F84-A6AC-090BE9885726}" srcOrd="0" destOrd="0" presId="urn:microsoft.com/office/officeart/2018/2/layout/IconCircleList"/>
    <dgm:cxn modelId="{9DCD6B58-DD68-B548-B1A4-75264DA6FEAA}" type="presParOf" srcId="{F7D20442-F0C2-4F84-A6AC-090BE9885726}" destId="{2AAA5011-E2BD-4C6F-B0CA-478FEEA40EB4}" srcOrd="0" destOrd="0" presId="urn:microsoft.com/office/officeart/2018/2/layout/IconCircleList"/>
    <dgm:cxn modelId="{F5712FCB-A9B5-5545-A5BD-7479272F161E}" type="presParOf" srcId="{F7D20442-F0C2-4F84-A6AC-090BE9885726}" destId="{9602BDE3-E2DB-4024-9B20-B232A97223E6}" srcOrd="1" destOrd="0" presId="urn:microsoft.com/office/officeart/2018/2/layout/IconCircleList"/>
    <dgm:cxn modelId="{78DCFE43-269F-6543-BE69-C3A808DE9244}" type="presParOf" srcId="{F7D20442-F0C2-4F84-A6AC-090BE9885726}" destId="{2B25833A-4813-47C4-8D6D-48BD1D201D1B}" srcOrd="2" destOrd="0" presId="urn:microsoft.com/office/officeart/2018/2/layout/IconCircleList"/>
    <dgm:cxn modelId="{DEC2C0FC-6416-0547-9E34-2C0089F90F5B}" type="presParOf" srcId="{F7D20442-F0C2-4F84-A6AC-090BE9885726}" destId="{299DBC34-802B-4EE0-BBFA-1426727CB5A1}" srcOrd="3" destOrd="0" presId="urn:microsoft.com/office/officeart/2018/2/layout/IconCircleList"/>
    <dgm:cxn modelId="{8E087255-1436-4045-AF66-B38129DDC48F}" type="presParOf" srcId="{B521D418-1F3C-44AD-B00A-5D7E527B3551}" destId="{373C227B-4CBA-4091-9C55-0D8F6DACC365}" srcOrd="1" destOrd="0" presId="urn:microsoft.com/office/officeart/2018/2/layout/IconCircleList"/>
    <dgm:cxn modelId="{53537C86-4B53-D543-B834-57B9F1303407}" type="presParOf" srcId="{B521D418-1F3C-44AD-B00A-5D7E527B3551}" destId="{73FFED3E-87E0-4BE5-B076-BE3E8567C12D}" srcOrd="2" destOrd="0" presId="urn:microsoft.com/office/officeart/2018/2/layout/IconCircleList"/>
    <dgm:cxn modelId="{743F832F-D545-C64D-A3FD-A9DA80DD067A}" type="presParOf" srcId="{73FFED3E-87E0-4BE5-B076-BE3E8567C12D}" destId="{FA5A4D6A-52C8-4047-86BD-EA93018EFFCE}" srcOrd="0" destOrd="0" presId="urn:microsoft.com/office/officeart/2018/2/layout/IconCircleList"/>
    <dgm:cxn modelId="{3AC0306D-8BC0-DE4E-9DFF-B10F28BB9689}" type="presParOf" srcId="{73FFED3E-87E0-4BE5-B076-BE3E8567C12D}" destId="{C02680B6-D1B5-4583-8C9A-104F89952827}" srcOrd="1" destOrd="0" presId="urn:microsoft.com/office/officeart/2018/2/layout/IconCircleList"/>
    <dgm:cxn modelId="{916FE24B-6611-4D44-98D7-AFF94CA9810D}" type="presParOf" srcId="{73FFED3E-87E0-4BE5-B076-BE3E8567C12D}" destId="{AC54454A-158B-4610-A914-BD1221BD6BB8}" srcOrd="2" destOrd="0" presId="urn:microsoft.com/office/officeart/2018/2/layout/IconCircleList"/>
    <dgm:cxn modelId="{0089A5C0-7678-5348-B947-4A524D8F231F}" type="presParOf" srcId="{73FFED3E-87E0-4BE5-B076-BE3E8567C12D}" destId="{843C4151-E977-429B-97D0-9F8D2798FB68}" srcOrd="3" destOrd="0" presId="urn:microsoft.com/office/officeart/2018/2/layout/IconCircleList"/>
    <dgm:cxn modelId="{9DA43225-6228-7644-AB21-6AE159B9E9A0}" type="presParOf" srcId="{B521D418-1F3C-44AD-B00A-5D7E527B3551}" destId="{EC9B2878-620E-476E-913D-40AA8A2CF517}" srcOrd="3" destOrd="0" presId="urn:microsoft.com/office/officeart/2018/2/layout/IconCircleList"/>
    <dgm:cxn modelId="{9026FB3B-8551-764E-9700-E4CC1BB9E6A4}" type="presParOf" srcId="{B521D418-1F3C-44AD-B00A-5D7E527B3551}" destId="{28D3968D-E7EB-419A-A3AA-4F73A08255C1}" srcOrd="4" destOrd="0" presId="urn:microsoft.com/office/officeart/2018/2/layout/IconCircleList"/>
    <dgm:cxn modelId="{8DC20E83-AC71-994B-A20C-2C8F939BFAE5}" type="presParOf" srcId="{28D3968D-E7EB-419A-A3AA-4F73A08255C1}" destId="{628DE0FB-BBF5-4C1B-94BA-E856794831D9}" srcOrd="0" destOrd="0" presId="urn:microsoft.com/office/officeart/2018/2/layout/IconCircleList"/>
    <dgm:cxn modelId="{6648C759-6932-4048-9AB5-43289627AA22}" type="presParOf" srcId="{28D3968D-E7EB-419A-A3AA-4F73A08255C1}" destId="{A232BA33-BBDE-4571-A12E-F25BAC75C26B}" srcOrd="1" destOrd="0" presId="urn:microsoft.com/office/officeart/2018/2/layout/IconCircleList"/>
    <dgm:cxn modelId="{231F6E96-D3F0-E840-B56A-76EF4FC2286B}" type="presParOf" srcId="{28D3968D-E7EB-419A-A3AA-4F73A08255C1}" destId="{4A718F1E-BDE8-4EDC-87C9-26A8D93D4E22}" srcOrd="2" destOrd="0" presId="urn:microsoft.com/office/officeart/2018/2/layout/IconCircleList"/>
    <dgm:cxn modelId="{C87447F8-037B-384E-B2C7-BA11DAB277D3}" type="presParOf" srcId="{28D3968D-E7EB-419A-A3AA-4F73A08255C1}" destId="{1A488F17-1F13-482B-A093-C9A4CDC4B2CF}" srcOrd="3" destOrd="0" presId="urn:microsoft.com/office/officeart/2018/2/layout/IconCircleList"/>
    <dgm:cxn modelId="{DA0FA688-ECE0-1A40-8B6D-88CF36762CEE}" type="presParOf" srcId="{B521D418-1F3C-44AD-B00A-5D7E527B3551}" destId="{0861B881-04C7-4F52-9E52-C612003290B5}" srcOrd="5" destOrd="0" presId="urn:microsoft.com/office/officeart/2018/2/layout/IconCircleList"/>
    <dgm:cxn modelId="{1EDA40BB-AC66-0040-BA3C-B06BDB3026CA}" type="presParOf" srcId="{B521D418-1F3C-44AD-B00A-5D7E527B3551}" destId="{07CA33AC-5B97-4134-81C3-72BB6F35A749}" srcOrd="6" destOrd="0" presId="urn:microsoft.com/office/officeart/2018/2/layout/IconCircleList"/>
    <dgm:cxn modelId="{36B5C841-FE2B-1F4D-89DA-41646E5B534D}" type="presParOf" srcId="{07CA33AC-5B97-4134-81C3-72BB6F35A749}" destId="{E6BF46D3-B476-4ECD-BEAD-E1A8104A5CD0}" srcOrd="0" destOrd="0" presId="urn:microsoft.com/office/officeart/2018/2/layout/IconCircleList"/>
    <dgm:cxn modelId="{6A22822B-B51C-0843-ACE6-7EBDD2C7B577}" type="presParOf" srcId="{07CA33AC-5B97-4134-81C3-72BB6F35A749}" destId="{74C4586F-FDE1-451B-82CC-B4D26831186E}" srcOrd="1" destOrd="0" presId="urn:microsoft.com/office/officeart/2018/2/layout/IconCircleList"/>
    <dgm:cxn modelId="{0A683C36-C592-5A4E-A8A3-000F0EDF74A6}" type="presParOf" srcId="{07CA33AC-5B97-4134-81C3-72BB6F35A749}" destId="{517F76E9-786D-495B-83C4-F767A0EB2EC7}" srcOrd="2" destOrd="0" presId="urn:microsoft.com/office/officeart/2018/2/layout/IconCircleList"/>
    <dgm:cxn modelId="{515E5924-0909-6C46-B69E-308D225B2CC4}" type="presParOf" srcId="{07CA33AC-5B97-4134-81C3-72BB6F35A749}" destId="{99DD3015-6759-48FF-8408-65EC4B559DF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62EDF5-24EB-42B5-A00D-EA7031C91A83}">
      <dsp:nvSpPr>
        <dsp:cNvPr id="0" name=""/>
        <dsp:cNvSpPr/>
      </dsp:nvSpPr>
      <dsp:spPr>
        <a:xfrm>
          <a:off x="974848" y="248115"/>
          <a:ext cx="715869" cy="715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87B7B-5AB7-4D43-9504-47AB1AA021A3}">
      <dsp:nvSpPr>
        <dsp:cNvPr id="0" name=""/>
        <dsp:cNvSpPr/>
      </dsp:nvSpPr>
      <dsp:spPr>
        <a:xfrm>
          <a:off x="537372" y="1278505"/>
          <a:ext cx="1590820" cy="1066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Loughrea Badminton Club</a:t>
          </a:r>
          <a:r>
            <a:rPr lang="en-US" sz="1100" kern="1200"/>
            <a:t> has long been a prominent club for people who are keenly interested in the sport of badminton.</a:t>
          </a:r>
        </a:p>
      </dsp:txBody>
      <dsp:txXfrm>
        <a:off x="537372" y="1278505"/>
        <a:ext cx="1590820" cy="1066346"/>
      </dsp:txXfrm>
    </dsp:sp>
    <dsp:sp modelId="{914239BA-0C4D-47B1-ACD3-4BB6D3682A31}">
      <dsp:nvSpPr>
        <dsp:cNvPr id="0" name=""/>
        <dsp:cNvSpPr/>
      </dsp:nvSpPr>
      <dsp:spPr>
        <a:xfrm>
          <a:off x="2844062" y="248115"/>
          <a:ext cx="715869" cy="715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CA9B8E-C002-4432-A452-F8DB895ABED7}">
      <dsp:nvSpPr>
        <dsp:cNvPr id="0" name=""/>
        <dsp:cNvSpPr/>
      </dsp:nvSpPr>
      <dsp:spPr>
        <a:xfrm>
          <a:off x="2406586" y="1278505"/>
          <a:ext cx="1590820" cy="1066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success of the club is reflected in its steady growth and its reach to a wider range of people.</a:t>
          </a:r>
        </a:p>
      </dsp:txBody>
      <dsp:txXfrm>
        <a:off x="2406586" y="1278505"/>
        <a:ext cx="1590820" cy="1066346"/>
      </dsp:txXfrm>
    </dsp:sp>
    <dsp:sp modelId="{C5D16934-8FB0-4F1B-BECC-8D41FA436E6E}">
      <dsp:nvSpPr>
        <dsp:cNvPr id="0" name=""/>
        <dsp:cNvSpPr/>
      </dsp:nvSpPr>
      <dsp:spPr>
        <a:xfrm>
          <a:off x="4713276" y="248115"/>
          <a:ext cx="715869" cy="715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BAE55-46D2-4A5E-9A7B-1B7705EB25C1}">
      <dsp:nvSpPr>
        <dsp:cNvPr id="0" name=""/>
        <dsp:cNvSpPr/>
      </dsp:nvSpPr>
      <dsp:spPr>
        <a:xfrm>
          <a:off x="4275800" y="1278505"/>
          <a:ext cx="1590820" cy="1066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 have received numerous requests to establish a more professional system that meets the needs and expectations of our enthusiastic members.</a:t>
          </a:r>
        </a:p>
      </dsp:txBody>
      <dsp:txXfrm>
        <a:off x="4275800" y="1278505"/>
        <a:ext cx="1590820" cy="1066346"/>
      </dsp:txXfrm>
    </dsp:sp>
    <dsp:sp modelId="{F7770D8F-18B8-4FF1-99D4-BC80D8B292D6}">
      <dsp:nvSpPr>
        <dsp:cNvPr id="0" name=""/>
        <dsp:cNvSpPr/>
      </dsp:nvSpPr>
      <dsp:spPr>
        <a:xfrm>
          <a:off x="1909455" y="2742557"/>
          <a:ext cx="715869" cy="7158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0AF31-257C-4180-BB8E-06ED6DFE13B8}">
      <dsp:nvSpPr>
        <dsp:cNvPr id="0" name=""/>
        <dsp:cNvSpPr/>
      </dsp:nvSpPr>
      <dsp:spPr>
        <a:xfrm>
          <a:off x="1471979" y="3772946"/>
          <a:ext cx="1590820" cy="1066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 are delighted to expand our reach to a broader audience with your continued support.</a:t>
          </a:r>
        </a:p>
      </dsp:txBody>
      <dsp:txXfrm>
        <a:off x="1471979" y="3772946"/>
        <a:ext cx="1590820" cy="1066346"/>
      </dsp:txXfrm>
    </dsp:sp>
    <dsp:sp modelId="{365C7A51-E976-4B4A-BA58-F42A672E420F}">
      <dsp:nvSpPr>
        <dsp:cNvPr id="0" name=""/>
        <dsp:cNvSpPr/>
      </dsp:nvSpPr>
      <dsp:spPr>
        <a:xfrm>
          <a:off x="3778669" y="2742557"/>
          <a:ext cx="715869" cy="71586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42BFF-F9F5-4ED4-8988-BE4D273168A8}">
      <dsp:nvSpPr>
        <dsp:cNvPr id="0" name=""/>
        <dsp:cNvSpPr/>
      </dsp:nvSpPr>
      <dsp:spPr>
        <a:xfrm>
          <a:off x="3341193" y="3772946"/>
          <a:ext cx="1590820" cy="1066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club aims to share the love of the game and to fuel the spirit of those who are passionate about competing.</a:t>
          </a:r>
        </a:p>
      </dsp:txBody>
      <dsp:txXfrm>
        <a:off x="3341193" y="3772946"/>
        <a:ext cx="1590820" cy="10663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A5011-E2BD-4C6F-B0CA-478FEEA40EB4}">
      <dsp:nvSpPr>
        <dsp:cNvPr id="0" name=""/>
        <dsp:cNvSpPr/>
      </dsp:nvSpPr>
      <dsp:spPr>
        <a:xfrm>
          <a:off x="264008" y="102390"/>
          <a:ext cx="1362585" cy="13625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02BDE3-E2DB-4024-9B20-B232A97223E6}">
      <dsp:nvSpPr>
        <dsp:cNvPr id="0" name=""/>
        <dsp:cNvSpPr/>
      </dsp:nvSpPr>
      <dsp:spPr>
        <a:xfrm>
          <a:off x="550151" y="388533"/>
          <a:ext cx="790299" cy="7902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DBC34-802B-4EE0-BBFA-1426727CB5A1}">
      <dsp:nvSpPr>
        <dsp:cNvPr id="0" name=""/>
        <dsp:cNvSpPr/>
      </dsp:nvSpPr>
      <dsp:spPr>
        <a:xfrm>
          <a:off x="1918575" y="102390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Benefits you have in sponsoring the club</a:t>
          </a:r>
        </a:p>
      </dsp:txBody>
      <dsp:txXfrm>
        <a:off x="1918575" y="102390"/>
        <a:ext cx="3211807" cy="1362585"/>
      </dsp:txXfrm>
    </dsp:sp>
    <dsp:sp modelId="{FA5A4D6A-52C8-4047-86BD-EA93018EFFCE}">
      <dsp:nvSpPr>
        <dsp:cNvPr id="0" name=""/>
        <dsp:cNvSpPr/>
      </dsp:nvSpPr>
      <dsp:spPr>
        <a:xfrm>
          <a:off x="5690016" y="102390"/>
          <a:ext cx="1362585" cy="13625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2680B6-D1B5-4583-8C9A-104F89952827}">
      <dsp:nvSpPr>
        <dsp:cNvPr id="0" name=""/>
        <dsp:cNvSpPr/>
      </dsp:nvSpPr>
      <dsp:spPr>
        <a:xfrm>
          <a:off x="5976159" y="388533"/>
          <a:ext cx="790299" cy="7902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3C4151-E977-429B-97D0-9F8D2798FB68}">
      <dsp:nvSpPr>
        <dsp:cNvPr id="0" name=""/>
        <dsp:cNvSpPr/>
      </dsp:nvSpPr>
      <dsp:spPr>
        <a:xfrm>
          <a:off x="7344584" y="102390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-: Your brand gets recognized to all range of audience</a:t>
          </a:r>
        </a:p>
      </dsp:txBody>
      <dsp:txXfrm>
        <a:off x="7344584" y="102390"/>
        <a:ext cx="3211807" cy="1362585"/>
      </dsp:txXfrm>
    </dsp:sp>
    <dsp:sp modelId="{628DE0FB-BBF5-4C1B-94BA-E856794831D9}">
      <dsp:nvSpPr>
        <dsp:cNvPr id="0" name=""/>
        <dsp:cNvSpPr/>
      </dsp:nvSpPr>
      <dsp:spPr>
        <a:xfrm>
          <a:off x="264008" y="2065086"/>
          <a:ext cx="1362585" cy="13625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2BA33-BBDE-4571-A12E-F25BAC75C26B}">
      <dsp:nvSpPr>
        <dsp:cNvPr id="0" name=""/>
        <dsp:cNvSpPr/>
      </dsp:nvSpPr>
      <dsp:spPr>
        <a:xfrm>
          <a:off x="550151" y="2351229"/>
          <a:ext cx="790299" cy="7902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88F17-1F13-482B-A093-C9A4CDC4B2CF}">
      <dsp:nvSpPr>
        <dsp:cNvPr id="0" name=""/>
        <dsp:cNvSpPr/>
      </dsp:nvSpPr>
      <dsp:spPr>
        <a:xfrm>
          <a:off x="1918575" y="2065086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-: It will appear on our jerseys; posters and every social media post we do</a:t>
          </a:r>
        </a:p>
      </dsp:txBody>
      <dsp:txXfrm>
        <a:off x="1918575" y="2065086"/>
        <a:ext cx="3211807" cy="1362585"/>
      </dsp:txXfrm>
    </dsp:sp>
    <dsp:sp modelId="{E6BF46D3-B476-4ECD-BEAD-E1A8104A5CD0}">
      <dsp:nvSpPr>
        <dsp:cNvPr id="0" name=""/>
        <dsp:cNvSpPr/>
      </dsp:nvSpPr>
      <dsp:spPr>
        <a:xfrm>
          <a:off x="5690016" y="2065086"/>
          <a:ext cx="1362585" cy="13625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C4586F-FDE1-451B-82CC-B4D26831186E}">
      <dsp:nvSpPr>
        <dsp:cNvPr id="0" name=""/>
        <dsp:cNvSpPr/>
      </dsp:nvSpPr>
      <dsp:spPr>
        <a:xfrm>
          <a:off x="5976159" y="2351229"/>
          <a:ext cx="790299" cy="7902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D3015-6759-48FF-8408-65EC4B559DF6}">
      <dsp:nvSpPr>
        <dsp:cNvPr id="0" name=""/>
        <dsp:cNvSpPr/>
      </dsp:nvSpPr>
      <dsp:spPr>
        <a:xfrm>
          <a:off x="7344584" y="2065086"/>
          <a:ext cx="3211807" cy="1362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-: A positive image will be the outcome as your supports the community people and their clubs.</a:t>
          </a:r>
        </a:p>
      </dsp:txBody>
      <dsp:txXfrm>
        <a:off x="7344584" y="2065086"/>
        <a:ext cx="3211807" cy="1362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41612-6ABC-0A41-8E00-4A703B349768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6DEF7-BF83-BD46-9BCB-CB5CF3021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00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and points to 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6DEF7-BF83-BD46-9BCB-CB5CF3021A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7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A32E-B116-A025-B115-511568EAA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7410" y="1803405"/>
            <a:ext cx="6132990" cy="1825096"/>
          </a:xfrm>
        </p:spPr>
        <p:txBody>
          <a:bodyPr>
            <a:normAutofit/>
          </a:bodyPr>
          <a:lstStyle/>
          <a:p>
            <a:r>
              <a:rPr lang="en-US"/>
              <a:t>Loughrea BADMINTON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F00DF-B1B2-EDFD-DB81-9BB58E5B7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7410" y="3632201"/>
            <a:ext cx="6132990" cy="685800"/>
          </a:xfrm>
        </p:spPr>
        <p:txBody>
          <a:bodyPr>
            <a:normAutofit/>
          </a:bodyPr>
          <a:lstStyle/>
          <a:p>
            <a:r>
              <a:rPr lang="en-US"/>
              <a:t>BY -: Om, Rai and Rishon</a:t>
            </a:r>
            <a:endParaRPr lang="en-US" dirty="0"/>
          </a:p>
        </p:txBody>
      </p:sp>
      <p:pic>
        <p:nvPicPr>
          <p:cNvPr id="5" name="Picture 4" descr="A logo of a badminton team&#10;&#10;AI-generated content may be incorrect.">
            <a:extLst>
              <a:ext uri="{FF2B5EF4-FFF2-40B4-BE49-F238E27FC236}">
                <a16:creationId xmlns:a16="http://schemas.microsoft.com/office/drawing/2014/main" id="{1D3ADFF5-1145-3A1B-FADA-311C0A0E3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730" y="1801368"/>
            <a:ext cx="2640947" cy="266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83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BD2399-7475-404C-BAC9-E55E16769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748104-6E76-4AD9-9940-82154F97E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38BD69-EC69-4FD0-7028-F70EA5AB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 sz="7200" b="1" i="1" dirty="0"/>
              <a:t>Past and future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915ED3-477C-63EE-6AB6-538B69CC2A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16886"/>
              </p:ext>
            </p:extLst>
          </p:nvPr>
        </p:nvGraphicFramePr>
        <p:xfrm>
          <a:off x="4678344" y="1127125"/>
          <a:ext cx="6403994" cy="508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9913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7E34-1453-F3AE-EE37-C46375A53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977" y="0"/>
            <a:ext cx="8610600" cy="1293028"/>
          </a:xfrm>
        </p:spPr>
        <p:txBody>
          <a:bodyPr/>
          <a:lstStyle/>
          <a:p>
            <a:r>
              <a:rPr lang="en-US" b="1" i="1" dirty="0"/>
              <a:t>Plans for the club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B14B-75D2-28E5-80F5-C1F46844B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079862"/>
            <a:ext cx="10820400" cy="4024125"/>
          </a:xfrm>
        </p:spPr>
        <p:txBody>
          <a:bodyPr/>
          <a:lstStyle/>
          <a:p>
            <a:r>
              <a:rPr lang="en-US" dirty="0"/>
              <a:t>Hosting Competitions</a:t>
            </a:r>
          </a:p>
          <a:p>
            <a:r>
              <a:rPr lang="en-US" dirty="0"/>
              <a:t>Kids Badminton Program</a:t>
            </a:r>
          </a:p>
          <a:p>
            <a:r>
              <a:rPr lang="en-US" dirty="0"/>
              <a:t>Coaching sessions on Thursday</a:t>
            </a:r>
          </a:p>
          <a:p>
            <a:r>
              <a:rPr lang="en-US" dirty="0"/>
              <a:t>Building a tightly knit community for badminton in Loughrea</a:t>
            </a:r>
          </a:p>
          <a:p>
            <a:endParaRPr lang="en-US" dirty="0"/>
          </a:p>
        </p:txBody>
      </p:sp>
      <p:pic>
        <p:nvPicPr>
          <p:cNvPr id="1026" name="Picture 2" descr="Badminton | University College Cork">
            <a:extLst>
              <a:ext uri="{FF2B5EF4-FFF2-40B4-BE49-F238E27FC236}">
                <a16:creationId xmlns:a16="http://schemas.microsoft.com/office/drawing/2014/main" id="{E7E401BF-887C-9810-1907-2A00AE6F8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93" y="3091924"/>
            <a:ext cx="6569803" cy="222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5 Reasons Why Your Child Should Start Playing Badminton - Badminton Bay's  Blog">
            <a:extLst>
              <a:ext uri="{FF2B5EF4-FFF2-40B4-BE49-F238E27FC236}">
                <a16:creationId xmlns:a16="http://schemas.microsoft.com/office/drawing/2014/main" id="{72D6B8AD-4798-F038-A38C-4E97B6FC1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703" y="3831635"/>
            <a:ext cx="4720629" cy="2842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logo of a badminton team&#10;&#10;AI-generated content may be incorrect.">
            <a:extLst>
              <a:ext uri="{FF2B5EF4-FFF2-40B4-BE49-F238E27FC236}">
                <a16:creationId xmlns:a16="http://schemas.microsoft.com/office/drawing/2014/main" id="{E5C57847-CC5B-915D-9419-507C15E94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385" y="930892"/>
            <a:ext cx="2640947" cy="266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17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5A00-060A-01C0-7B75-9F52AF13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i="1"/>
              <a:t>ROI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E5B5828-5704-87CE-D537-4F5B768690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6349503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047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7475-E412-CAD6-58A2-578FC655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3343" y="375689"/>
            <a:ext cx="8610600" cy="1293028"/>
          </a:xfrm>
        </p:spPr>
        <p:txBody>
          <a:bodyPr/>
          <a:lstStyle/>
          <a:p>
            <a:r>
              <a:rPr lang="en-US" b="1" i="1" dirty="0"/>
              <a:t>Logistics required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808502-AA63-CFEF-640D-3A93F4396BF1}"/>
              </a:ext>
            </a:extLst>
          </p:cNvPr>
          <p:cNvSpPr txBox="1">
            <a:spLocks/>
          </p:cNvSpPr>
          <p:nvPr/>
        </p:nvSpPr>
        <p:spPr>
          <a:xfrm>
            <a:off x="163286" y="1079862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9F4B30-07CD-825C-2DE1-6162A4D6A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883" y="1356457"/>
            <a:ext cx="10820400" cy="4024125"/>
          </a:xfrm>
        </p:spPr>
        <p:txBody>
          <a:bodyPr/>
          <a:lstStyle/>
          <a:p>
            <a:r>
              <a:rPr lang="en-US" dirty="0"/>
              <a:t>Poles (Approx – 900) Covered</a:t>
            </a:r>
          </a:p>
          <a:p>
            <a:r>
              <a:rPr lang="en-US" dirty="0"/>
              <a:t>Nets (Approx – 120) Covered</a:t>
            </a:r>
          </a:p>
          <a:p>
            <a:r>
              <a:rPr lang="en-US" dirty="0"/>
              <a:t>Jerseys (Approx – 25 to 30 each)</a:t>
            </a:r>
          </a:p>
          <a:p>
            <a:r>
              <a:rPr lang="en-US" dirty="0"/>
              <a:t>Racquet (Approx – 500 )</a:t>
            </a:r>
          </a:p>
          <a:p>
            <a:r>
              <a:rPr lang="en-US" dirty="0"/>
              <a:t>Shuttles (Approx – 350 for 3 months)</a:t>
            </a:r>
          </a:p>
        </p:txBody>
      </p:sp>
      <p:pic>
        <p:nvPicPr>
          <p:cNvPr id="2050" name="Picture 2" descr="Badminton Sets - Nets - Posts -Sports Hall Solutions Ireland">
            <a:extLst>
              <a:ext uri="{FF2B5EF4-FFF2-40B4-BE49-F238E27FC236}">
                <a16:creationId xmlns:a16="http://schemas.microsoft.com/office/drawing/2014/main" id="{4A1E1581-5A1B-586C-D63B-2377EDE8C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25" y="3618276"/>
            <a:ext cx="2146509" cy="286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art International Badminton Net - Transparent Background Badminton Net  Png, Png Download , Transparent Png Image - PNGitem">
            <a:extLst>
              <a:ext uri="{FF2B5EF4-FFF2-40B4-BE49-F238E27FC236}">
                <a16:creationId xmlns:a16="http://schemas.microsoft.com/office/drawing/2014/main" id="{B2AD39F5-7B6A-021D-6E3D-7C5B9C994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2096" y="1144115"/>
            <a:ext cx="3319431" cy="2284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front and back view of a sports jersey&#10;&#10;AI-generated content may be incorrect.">
            <a:extLst>
              <a:ext uri="{FF2B5EF4-FFF2-40B4-BE49-F238E27FC236}">
                <a16:creationId xmlns:a16="http://schemas.microsoft.com/office/drawing/2014/main" id="{7B5B5AC4-C9CA-1DA7-2FBA-BC6D39154F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36" r="17666" b="28111"/>
          <a:stretch>
            <a:fillRect/>
          </a:stretch>
        </p:blipFill>
        <p:spPr>
          <a:xfrm>
            <a:off x="6141639" y="3622323"/>
            <a:ext cx="5789888" cy="2859988"/>
          </a:xfrm>
          <a:prstGeom prst="rect">
            <a:avLst/>
          </a:prstGeom>
        </p:spPr>
      </p:pic>
      <p:pic>
        <p:nvPicPr>
          <p:cNvPr id="2056" name="Picture 8" descr="How to choose badminton racket | STIGA Sports">
            <a:extLst>
              <a:ext uri="{FF2B5EF4-FFF2-40B4-BE49-F238E27FC236}">
                <a16:creationId xmlns:a16="http://schemas.microsoft.com/office/drawing/2014/main" id="{0C9AB56D-9CD2-FE69-4BDE-5FF87DAE7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292" y="3620299"/>
            <a:ext cx="2859989" cy="285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716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D580F5-E7BF-4C1D-BEFD-4A4601EB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F06750-78FE-4472-8DA5-14CF3336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244538-290E-40DA-A93A-14BB3E6CF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1999" cy="45437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4CCD2-1261-EFE9-8685-508B9037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5888" y="673240"/>
            <a:ext cx="5951914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i="1" dirty="0"/>
              <a:t>ARE you willing to?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1DF3B3-9DBC-445D-AE4E-A62E5A9B8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96638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1F80E8-0CAC-410E-B59A-29FDDC357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6782" y="-1"/>
            <a:ext cx="4245218" cy="53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White Handshake Icon - Business Agreement Vector Image">
            <a:extLst>
              <a:ext uri="{FF2B5EF4-FFF2-40B4-BE49-F238E27FC236}">
                <a16:creationId xmlns:a16="http://schemas.microsoft.com/office/drawing/2014/main" id="{F8997352-1C99-B966-4791-B9A660E22B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15"/>
          <a:stretch>
            <a:fillRect/>
          </a:stretch>
        </p:blipFill>
        <p:spPr bwMode="auto">
          <a:xfrm>
            <a:off x="424689" y="993247"/>
            <a:ext cx="4567002" cy="405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27963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1934</TotalTime>
  <Words>240</Words>
  <Application>Microsoft Macintosh PowerPoint</Application>
  <PresentationFormat>Widescreen</PresentationFormat>
  <Paragraphs>27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Century Gothic</vt:lpstr>
      <vt:lpstr>Vapor Trail</vt:lpstr>
      <vt:lpstr>Loughrea BADMINTON</vt:lpstr>
      <vt:lpstr>Past and future</vt:lpstr>
      <vt:lpstr>Plans for the club</vt:lpstr>
      <vt:lpstr>ROI</vt:lpstr>
      <vt:lpstr>Logistics required</vt:lpstr>
      <vt:lpstr>ARE you willing to?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yadavom5748@gmail.com</dc:creator>
  <cp:lastModifiedBy>yadavom5748@gmail.com</cp:lastModifiedBy>
  <cp:revision>1</cp:revision>
  <dcterms:created xsi:type="dcterms:W3CDTF">2025-10-12T10:05:06Z</dcterms:created>
  <dcterms:modified xsi:type="dcterms:W3CDTF">2025-10-13T18:19:07Z</dcterms:modified>
</cp:coreProperties>
</file>